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56" r:id="rId6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5"/>
    <p:sldId id="266" r:id="rId21"/>
    <p:sldId id="267" r:id="rId22"/>
    <p:sldId id="268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" y="30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microsoft.com/office/2015/10/relationships/revisionInfo" Target="revisionInfo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22860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F514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083C63"/>
                </a:solidFill>
                <a:latin typeface="Times New Roman"/>
                <a:ea typeface="宋体"/>
              </a:rPr>
              <a:t>第1章  功能与亮点：工具能做什么、亮点在哪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第2章  操作教学：5 步完成一次分析、界面导览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第3章  制程与口径：制程模板、UPH/EFF 计算逻辑、步骤甘特图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第4章  输出与注意：Excel/PPT 输出物、使用注意事项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40080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96896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2656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6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19472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5232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42048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07808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64624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0384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8944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提示：日志文件筛选框会自动填充与制程匹配的内容，有特殊需求也可手动输入。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2697480" cy="3840480"/>
          </a:xfrm>
          <a:prstGeom prst="rect">
            <a:avLst/>
          </a:prstGeom>
          <a:solidFill>
            <a:srgbClr val="FD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F514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83863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14215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445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749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965960"/>
            <a:ext cx="8092440" cy="22402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4871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9443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15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4434840"/>
            <a:ext cx="8092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08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4956048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918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85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591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4688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2735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83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673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1879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2976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817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1023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2120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961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0167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1722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pic>
        <p:nvPicPr>
          <p:cNvPr id="4" name="ClipArt Placeholder 3" descr="gantt_example_lm.png"/>
          <p:cNvPicPr>
            <a:picLocks noGrp="1" noChangeAspect="1"/>
          </p:cNvPicPr>
          <p:nvPr>
            <p:ph type="clipArt" idx="11" sz="quarter"/>
          </p:nvPr>
        </p:nvPicPr>
        <p:blipFill>
          <a:blip r:embed="rId2"/>
          <a:srcRect l="40927" r="40927"/>
          <a:stretch>
            <a:fillRect/>
          </a:stretch>
        </p:blipFill>
        <p:spPr/>
      </p:pic>
      <p:sp>
        <p:nvSpPr>
          <p:cNvPr id="5" name="TextBox 4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544068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600200"/>
            <a:ext cx="544068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40480"/>
            <a:ext cx="544068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3840480"/>
            <a:ext cx="5440680" cy="2057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204</TotalTime>
  <Words>23</Words>
  <Application>Microsoft Office PowerPoint</Application>
  <PresentationFormat>寬螢幕</PresentationFormat>
  <Paragraphs>8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8</cp:revision>
  <dcterms:created xsi:type="dcterms:W3CDTF">2026-03-28T02:35:04Z</dcterms:created>
  <dcterms:modified xsi:type="dcterms:W3CDTF">2026-08-05T08:41:54Z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