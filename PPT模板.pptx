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7"/>
  </p:notesMasterIdLst>
  <p:sldIdLst>
    <p:sldId id="2147377286" r:id="rId5"/>
    <p:sldId id="214737727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F5149"/>
    <a:srgbClr val="FA574F"/>
    <a:srgbClr val="083C63"/>
    <a:srgbClr val="E83534"/>
    <a:srgbClr val="0052A3"/>
    <a:srgbClr val="002A88"/>
    <a:srgbClr val="D7D2CF"/>
    <a:srgbClr val="4BE0FF"/>
    <a:srgbClr val="379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6222A-CCCD-2349-B594-451B3FA716EA}" v="2" dt="2026-01-02T02:37:59.756"/>
    <p1510:client id="{B5F9A72E-960D-4385-876B-1DB45DC05005}" v="2" dt="2026-01-02T02:46:30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" y="30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9B53B-620E-3D4A-87BE-77D1486708AD}" type="datetimeFigureOut">
              <a:rPr kumimoji="1" lang="zh-TW" altLang="en-US" smtClean="0"/>
              <a:t>2026/8/5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22C8B-D4FA-6746-A76A-77494DE74E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96126" indent="-296126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kumimoji="1" lang="zh-TW" altLang="en-US" b="1" spc="104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0CC0CC-13C6-4CBF-B31C-E993F1DC339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76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older 6">
            <a:extLst>
              <a:ext uri="{FF2B5EF4-FFF2-40B4-BE49-F238E27FC236}">
                <a16:creationId xmlns:a16="http://schemas.microsoft.com/office/drawing/2014/main" id="{1BF1F709-AF7C-32F1-88D2-4238A3177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16" name="頁尾版面配置區 2">
            <a:extLst>
              <a:ext uri="{FF2B5EF4-FFF2-40B4-BE49-F238E27FC236}">
                <a16:creationId xmlns:a16="http://schemas.microsoft.com/office/drawing/2014/main" id="{9AA4576D-EC9D-A626-AC93-C9C7582E1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pic>
        <p:nvPicPr>
          <p:cNvPr id="4" name="圖形 3">
            <a:extLst>
              <a:ext uri="{FF2B5EF4-FFF2-40B4-BE49-F238E27FC236}">
                <a16:creationId xmlns:a16="http://schemas.microsoft.com/office/drawing/2014/main" id="{50B98B51-0193-FC2B-10F5-1036A47724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575" y="5897041"/>
            <a:ext cx="2077418" cy="2013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D53B2DA-23EF-2BA0-60FD-C70AD4D362C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D456266-2EA6-ADC0-61DE-FF542E06B3A7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71648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6">
            <a:extLst>
              <a:ext uri="{FF2B5EF4-FFF2-40B4-BE49-F238E27FC236}">
                <a16:creationId xmlns:a16="http://schemas.microsoft.com/office/drawing/2014/main" id="{3236ABEE-4E58-D48F-B893-E61F0F061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6" name="頁尾版面配置區 2">
            <a:extLst>
              <a:ext uri="{FF2B5EF4-FFF2-40B4-BE49-F238E27FC236}">
                <a16:creationId xmlns:a16="http://schemas.microsoft.com/office/drawing/2014/main" id="{FB9B155A-A2D7-15E5-B048-24902A3F1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5">
            <a:extLst>
              <a:ext uri="{FF2B5EF4-FFF2-40B4-BE49-F238E27FC236}">
                <a16:creationId xmlns:a16="http://schemas.microsoft.com/office/drawing/2014/main" id="{C442EFAA-AD1F-DE8F-60F4-4D0F46746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6668" y="313930"/>
            <a:ext cx="3455399" cy="770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Microsoft JhengHei" charset="-120"/>
              </a:defRPr>
            </a:lvl1pPr>
          </a:lstStyle>
          <a:p>
            <a:pPr marL="12700">
              <a:spcBef>
                <a:spcPts val="100"/>
              </a:spcBef>
              <a:buClr>
                <a:srgbClr val="0F67AE"/>
              </a:buClr>
              <a:buSzPct val="110000"/>
              <a:tabLst>
                <a:tab pos="5106988" algn="l"/>
              </a:tabLst>
              <a:defRPr/>
            </a:pPr>
            <a:r>
              <a:rPr lang="en-US" altLang="zh-TW" sz="4400"/>
              <a:t>Agenda</a:t>
            </a:r>
            <a:endParaRPr lang="zh-TW" altLang="en-US" sz="4400" spc="300">
              <a:solidFill>
                <a:prstClr val="white"/>
              </a:solidFill>
              <a:cs typeface="Microsoft JhengHei" charset="-120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F3E9243-2B8F-44F4-108B-D759BF796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8917" y="1834807"/>
            <a:ext cx="4570617" cy="271069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ts val="4000"/>
              </a:lnSpc>
              <a:buClr>
                <a:srgbClr val="FA574F"/>
              </a:buClr>
              <a:buFont typeface="+mj-lt"/>
              <a:buAutoNum type="arabicPeriod"/>
              <a:defRPr kumimoji="1" lang="en-US" altLang="zh-TW" sz="3200" b="1" smtClean="0">
                <a:solidFill>
                  <a:srgbClr val="083C63"/>
                </a:solidFill>
              </a:defRPr>
            </a:lvl1pPr>
          </a:lstStyle>
          <a:p>
            <a:pPr lvl="0"/>
            <a:r>
              <a:rPr kumimoji="1" lang="en-US" altLang="zh-TW" b="1">
                <a:solidFill>
                  <a:schemeClr val="bg1"/>
                </a:solidFill>
                <a:latin typeface="+mj-lt"/>
              </a:rPr>
              <a:t>Item 1</a:t>
            </a:r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997460-724F-1A79-A29A-E03E94A57884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748CD0-F793-9D2F-02FC-9951BB2DF0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5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1347969B-EC41-E354-4D53-4B4FAF31E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1" y="2472433"/>
            <a:ext cx="10732615" cy="770259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54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38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019652C-E460-F7FD-385F-3E9B2E3F96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7463" y="820001"/>
            <a:ext cx="6535737" cy="5344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6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1A87797-E1D1-4184-55CA-D900EB915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1449149"/>
            <a:ext cx="4003176" cy="395970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</p:spTree>
    <p:extLst>
      <p:ext uri="{BB962C8B-B14F-4D97-AF65-F5344CB8AC3E}">
        <p14:creationId xmlns:p14="http://schemas.microsoft.com/office/powerpoint/2010/main" val="272722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ew categor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>
            <a:extLst>
              <a:ext uri="{FF2B5EF4-FFF2-40B4-BE49-F238E27FC236}">
                <a16:creationId xmlns:a16="http://schemas.microsoft.com/office/drawing/2014/main" id="{2C186E3E-BBCA-D343-35CD-01F6A1BA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2083A67B-5A54-91FE-C404-6B7394103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5" name="Online Image Placeholder 4">
            <a:extLst>
              <a:ext uri="{FF2B5EF4-FFF2-40B4-BE49-F238E27FC236}">
                <a16:creationId xmlns:a16="http://schemas.microsoft.com/office/drawing/2014/main" id="{1C764D5B-4853-C564-6B63-91C0C78ABD01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5097463" y="820001"/>
            <a:ext cx="6535737" cy="53019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B5826FFA-4636-58C6-F8C2-C6EED25E7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692" y="820001"/>
            <a:ext cx="4003176" cy="259791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lang="zh-TW" altLang="en-US" sz="48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A1BA8FC-B06A-7AC6-41C0-90498089D4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0250" y="3801946"/>
            <a:ext cx="4002088" cy="126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0191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041C1-F23F-8759-86C7-D00CA764822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8676" y="1489165"/>
            <a:ext cx="65786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5" name="Online Image Placeholder 5">
            <a:extLst>
              <a:ext uri="{FF2B5EF4-FFF2-40B4-BE49-F238E27FC236}">
                <a16:creationId xmlns:a16="http://schemas.microsoft.com/office/drawing/2014/main" id="{800287A8-5609-7BD7-B2AB-4023B460F2D4}"/>
              </a:ext>
            </a:extLst>
          </p:cNvPr>
          <p:cNvSpPr>
            <a:spLocks noGrp="1"/>
          </p:cNvSpPr>
          <p:nvPr>
            <p:ph type="clipArt" sz="quarter" idx="11" hasCustomPrompt="1"/>
          </p:nvPr>
        </p:nvSpPr>
        <p:spPr>
          <a:xfrm>
            <a:off x="7395877" y="1489075"/>
            <a:ext cx="4197350" cy="4687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圖片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5157C0-05C5-1B6C-1CF5-B1622C23AA3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C1AAACC-DDEA-9F4D-5C10-EFE9D149FF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5D557D1F-EA7F-3D0D-5BBD-B67B656B5E6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88677" y="1473200"/>
            <a:ext cx="11004550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A461AB-2EEA-48C7-51F2-13F5BCED8189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DD9873C-8352-A29F-C7F7-11C49301D7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1">
            <a:extLst>
              <a:ext uri="{FF2B5EF4-FFF2-40B4-BE49-F238E27FC236}">
                <a16:creationId xmlns:a16="http://schemas.microsoft.com/office/drawing/2014/main" id="{F6319C2A-D51E-68BB-5C5E-32EC8D538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09656B9-3047-0DED-7582-6120AB5584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9232" y="1489165"/>
            <a:ext cx="5537201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3091401-7491-337F-6685-9E23690199F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80433" y="1489165"/>
            <a:ext cx="5212794" cy="4687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5F4DCD-D63E-2143-CF32-4794C0E41D8B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955D4D-F099-10E2-2E61-C81E72B9B8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73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B3FB52-298C-3AFD-47BF-FE86A729C445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4F525262-2DAD-5472-AD11-410F22083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0E72794-9969-6935-1DD0-AC57797A78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9433" y="1472233"/>
            <a:ext cx="11003794" cy="468779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None/>
              <a:defRPr sz="3200"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1pPr>
            <a:lvl2pPr marL="685800" indent="-228600">
              <a:lnSpc>
                <a:spcPct val="100000"/>
              </a:lnSpc>
              <a:buClr>
                <a:srgbClr val="FA574F"/>
              </a:buClr>
              <a:buFont typeface="Wingdings" pitchFamily="2" charset="2"/>
              <a:buChar char="n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b="1" i="0" spc="0" baseline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</a:defRPr>
            </a:lvl3pPr>
            <a:lvl4pPr>
              <a:lnSpc>
                <a:spcPct val="100000"/>
              </a:lnSpc>
              <a:defRPr lang="zh-TW" altLang="en-US" sz="1600" b="0" i="0" kern="1200" spc="0" baseline="0" dirty="0">
                <a:solidFill>
                  <a:srgbClr val="083C63"/>
                </a:solidFill>
                <a:latin typeface="+mn-lt"/>
                <a:ea typeface="Microsoft YaHei" panose="020B0503020204020204" pitchFamily="34" charset="-122"/>
                <a:cs typeface="+mn-cs"/>
              </a:defRPr>
            </a:lvl4pPr>
            <a:lvl5pPr>
              <a:defRPr b="1" i="0" spc="100" baseline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" altLang="zh-TW"/>
              <a:t>Content font (32pt Arial) </a:t>
            </a:r>
            <a:r>
              <a:rPr lang="en-US" altLang="zh-TW"/>
              <a:t> </a:t>
            </a:r>
            <a:endParaRPr lang="zh-TW" altLang="en-US"/>
          </a:p>
          <a:p>
            <a:pPr lvl="1"/>
            <a:r>
              <a:rPr lang="zh-TW" altLang="en-US"/>
              <a:t> </a:t>
            </a:r>
            <a:r>
              <a:rPr lang="en" altLang="zh-TW"/>
              <a:t>Level 1 (24pt Arial)</a:t>
            </a:r>
          </a:p>
          <a:p>
            <a:pPr lvl="2"/>
            <a:r>
              <a:rPr lang="en" altLang="zh-TW"/>
              <a:t>Level 2 (20pt Arial)</a:t>
            </a:r>
            <a:endParaRPr lang="zh-TW" altLang="en-US"/>
          </a:p>
          <a:p>
            <a:pPr lvl="3"/>
            <a:r>
              <a:rPr lang="en" altLang="zh-TW"/>
              <a:t>Level 3</a:t>
            </a:r>
            <a:r>
              <a:rPr lang="zh-TW" altLang="en-US"/>
              <a:t> </a:t>
            </a:r>
            <a:r>
              <a:rPr lang="en" altLang="zh-TW"/>
              <a:t>(16pt Arial) </a:t>
            </a:r>
            <a:endParaRPr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3E5B16-50FD-D712-307F-8CFA804434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3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6">
            <a:extLst>
              <a:ext uri="{FF2B5EF4-FFF2-40B4-BE49-F238E27FC236}">
                <a16:creationId xmlns:a16="http://schemas.microsoft.com/office/drawing/2014/main" id="{5438E982-4AE1-63DF-E8CB-96CD926C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500304"/>
            <a:ext cx="660399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/>
              <a:pPr marL="50799">
                <a:spcBef>
                  <a:spcPts val="133"/>
                </a:spcBef>
              </a:pPr>
              <a:t>‹#›</a:t>
            </a:fld>
            <a:r>
              <a:rPr lang="en-US" altLang="zh-TW"/>
              <a:t> /</a:t>
            </a:r>
          </a:p>
        </p:txBody>
      </p:sp>
      <p:sp>
        <p:nvSpPr>
          <p:cNvPr id="7" name="頁尾版面配置區 2">
            <a:extLst>
              <a:ext uri="{FF2B5EF4-FFF2-40B4-BE49-F238E27FC236}">
                <a16:creationId xmlns:a16="http://schemas.microsoft.com/office/drawing/2014/main" id="{0E827145-173C-E4AB-8FDF-3D9930BC1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1564" y="6501600"/>
            <a:ext cx="660399" cy="167981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/>
              <a:t>6</a:t>
            </a:r>
            <a:endParaRPr lang="zh-TW" altLang="en-US"/>
          </a:p>
        </p:txBody>
      </p:sp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BD52D6B3-5DDD-5511-69C0-4996E929622A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433299" y="1473200"/>
            <a:ext cx="7159928" cy="46796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TW" altLang="en-US"/>
              <a:t>表格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68F3392-49F0-E568-3A03-F9360D8ADB5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9433" y="1473200"/>
            <a:ext cx="3624263" cy="4686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85800" indent="-228600">
              <a:buClr>
                <a:srgbClr val="FA574F"/>
              </a:buClr>
              <a:buFont typeface="Wingdings" panose="05000000000000000000" pitchFamily="2" charset="2"/>
              <a:buChar char="n"/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sz="1600" b="1">
                <a:solidFill>
                  <a:srgbClr val="083C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 第二層</a:t>
            </a:r>
            <a:endParaRPr lang="en-US" altLang="zh-TW"/>
          </a:p>
          <a:p>
            <a:pPr lvl="2"/>
            <a:r>
              <a:rPr lang="zh-TW" altLang="en-US"/>
              <a:t>第三層</a:t>
            </a:r>
            <a:endParaRPr lang="en-US" altLang="zh-TW"/>
          </a:p>
          <a:p>
            <a:pPr lvl="3"/>
            <a:r>
              <a:rPr lang="zh-TW" altLang="en-US"/>
              <a:t>第四層</a:t>
            </a:r>
            <a:endParaRPr lang="en-US" altLang="zh-TW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108D54-FD4E-0382-0936-262D92F08FD3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1898D138-1282-723B-C0E3-BC199CF8A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433" y="274174"/>
            <a:ext cx="11003794" cy="7702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lang="zh-TW" altLang="en-US" sz="4000" b="1" i="0" kern="1200" spc="0" baseline="0" dirty="0">
                <a:solidFill>
                  <a:srgbClr val="083C63"/>
                </a:solidFill>
                <a:latin typeface="+mj-lt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" altLang="zh-TW"/>
              <a:t>Click to edit title</a:t>
            </a:r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7CC1E9C-421F-E03A-4BB9-1677839371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8112E1E-F81B-0BD1-C353-2C2FF6F91CAD}"/>
              </a:ext>
            </a:extLst>
          </p:cNvPr>
          <p:cNvSpPr/>
          <p:nvPr userDrawn="1"/>
        </p:nvSpPr>
        <p:spPr>
          <a:xfrm>
            <a:off x="272710" y="6505426"/>
            <a:ext cx="7284640" cy="115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ts val="91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© 2026  </a:t>
            </a:r>
            <a:r>
              <a:rPr lang="en" altLang="zh-TW" sz="1000" spc="-30">
                <a:solidFill>
                  <a:srgbClr val="083C63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rPr>
              <a:t>Hon Hai Precision Industry Co., Ltd. All rights reserved. 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E095AE-2684-3D8F-E0CE-98640A47514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 l="18151" t="16722" r="18567" b="15910"/>
          <a:stretch>
            <a:fillRect/>
          </a:stretch>
        </p:blipFill>
        <p:spPr>
          <a:xfrm>
            <a:off x="11332029" y="326571"/>
            <a:ext cx="531271" cy="64588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5" r:id="rId4"/>
    <p:sldLayoutId id="2147483676" r:id="rId5"/>
    <p:sldLayoutId id="2147483677" r:id="rId6"/>
    <p:sldLayoutId id="2147483669" r:id="rId7"/>
    <p:sldLayoutId id="2147483674" r:id="rId8"/>
    <p:sldLayoutId id="2147483678" r:id="rId9"/>
    <p:sldLayoutId id="2147483679" r:id="rId10"/>
    <p:sldLayoutId id="2147483680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286EAC1A-421E-A5ED-4030-11330F63A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>
                <a:solidFill>
                  <a:srgbClr val="083C63"/>
                </a:solidFill>
              </a:rPr>
              <a:pPr marL="50799">
                <a:spcBef>
                  <a:spcPts val="133"/>
                </a:spcBef>
              </a:pPr>
              <a:t>1</a:t>
            </a:fld>
            <a:r>
              <a:rPr lang="en-US" altLang="zh-TW">
                <a:solidFill>
                  <a:srgbClr val="083C63"/>
                </a:solidFill>
              </a:rPr>
              <a:t> /</a:t>
            </a:r>
          </a:p>
        </p:txBody>
      </p:sp>
      <p:sp>
        <p:nvSpPr>
          <p:cNvPr id="5" name="頁尾版面配置區 2">
            <a:extLst>
              <a:ext uri="{FF2B5EF4-FFF2-40B4-BE49-F238E27FC236}">
                <a16:creationId xmlns:a16="http://schemas.microsoft.com/office/drawing/2014/main" id="{8FEC7AA5-A1A3-B470-80B9-3C59CE3E8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>
                <a:solidFill>
                  <a:srgbClr val="083C63"/>
                </a:solidFill>
              </a:rPr>
              <a:t>X</a:t>
            </a:r>
            <a:endParaRPr lang="zh-TW" altLang="en-US" dirty="0">
              <a:solidFill>
                <a:srgbClr val="083C63"/>
              </a:solidFill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A596B733-61CF-E7EF-8094-6B58843C81C8}"/>
              </a:ext>
            </a:extLst>
          </p:cNvPr>
          <p:cNvSpPr txBox="1"/>
          <p:nvPr/>
        </p:nvSpPr>
        <p:spPr>
          <a:xfrm>
            <a:off x="809108" y="2301123"/>
            <a:ext cx="11282855" cy="1674817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sx="112000" sy="112000" algn="t" rotWithShape="0">
              <a:prstClr val="black"/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>
            <a:lvl1pPr indent="17445" algn="ctr">
              <a:spcBef>
                <a:spcPts val="100"/>
              </a:spcBef>
              <a:defRPr sz="6000" b="1" spc="782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 lvl="0" algn="l">
              <a:defRPr/>
            </a:pPr>
            <a:r>
              <a:rPr kumimoji="1" lang="en-US" altLang="zh-CN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XX</a:t>
            </a:r>
            <a:r>
              <a:rPr kumimoji="1" lang="zh-CN" altLang="en-US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設備一鍵自動分析報告</a:t>
            </a:r>
            <a:endParaRPr kumimoji="1" lang="en-US" altLang="zh-CN" sz="5400" spc="0" dirty="0" smtClean="0">
              <a:ln w="12700">
                <a:noFill/>
              </a:ln>
              <a:solidFill>
                <a:srgbClr val="EF5149"/>
              </a:solidFill>
              <a:latin typeface="+mj-lt"/>
              <a:ea typeface="Microsoft YaHei" panose="020B0503020204020204" pitchFamily="34" charset="-122"/>
            </a:endParaRPr>
          </a:p>
          <a:p>
            <a:pPr lvl="0" algn="l">
              <a:defRPr/>
            </a:pPr>
            <a:r>
              <a:rPr kumimoji="1" lang="en-US" altLang="zh-CN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——UPH</a:t>
            </a:r>
            <a:r>
              <a:rPr kumimoji="1" lang="zh-CN" altLang="en-US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、</a:t>
            </a:r>
            <a:r>
              <a:rPr kumimoji="1" lang="en-US" altLang="zh-CN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EFF</a:t>
            </a:r>
            <a:r>
              <a:rPr kumimoji="1" lang="zh-CN" altLang="en-US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、</a:t>
            </a:r>
            <a:r>
              <a:rPr kumimoji="1" lang="en-US" altLang="zh-CN" sz="5400" spc="0" dirty="0" smtClean="0">
                <a:ln w="12700">
                  <a:noFill/>
                </a:ln>
                <a:solidFill>
                  <a:srgbClr val="EF5149"/>
                </a:solidFill>
                <a:latin typeface="+mj-lt"/>
                <a:ea typeface="Microsoft YaHei" panose="020B0503020204020204" pitchFamily="34" charset="-122"/>
              </a:rPr>
              <a:t>Alarm</a:t>
            </a:r>
            <a:endParaRPr kumimoji="1" lang="zh-TW" altLang="en-US" sz="5400" spc="0" dirty="0">
              <a:ln w="12700">
                <a:noFill/>
              </a:ln>
              <a:solidFill>
                <a:srgbClr val="EF5149"/>
              </a:solidFill>
              <a:latin typeface="+mj-lt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219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6">
            <a:extLst>
              <a:ext uri="{FF2B5EF4-FFF2-40B4-BE49-F238E27FC236}">
                <a16:creationId xmlns:a16="http://schemas.microsoft.com/office/drawing/2014/main" id="{40205715-7071-90C2-93D2-6E832E6B2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r">
              <a:defRPr sz="1100" b="1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pPr marL="50799">
              <a:spcBef>
                <a:spcPts val="133"/>
              </a:spcBef>
            </a:pPr>
            <a:fld id="{81D60167-4931-47E6-BA6A-407CBD079E47}" type="slidenum">
              <a:rPr lang="en-US" altLang="zh-TW" smtClean="0">
                <a:solidFill>
                  <a:srgbClr val="083C63"/>
                </a:solidFill>
              </a:rPr>
              <a:pPr marL="50799">
                <a:spcBef>
                  <a:spcPts val="133"/>
                </a:spcBef>
              </a:pPr>
              <a:t>2</a:t>
            </a:fld>
            <a:r>
              <a:rPr lang="en-US" altLang="zh-TW">
                <a:solidFill>
                  <a:srgbClr val="083C63"/>
                </a:solidFill>
              </a:rPr>
              <a:t> /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F6276C-391F-34B3-9E71-58D66B6B7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noFill/>
        </p:spPr>
        <p:txBody>
          <a:bodyPr anchor="ctr"/>
          <a:lstStyle>
            <a:lvl1pPr algn="ctr">
              <a:defRPr lang="en-US" sz="1100" b="1" i="0" kern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ahoma"/>
              </a:defRPr>
            </a:lvl1pPr>
          </a:lstStyle>
          <a:p>
            <a:r>
              <a:rPr lang="en-US" altLang="zh-TW" dirty="0" smtClean="0">
                <a:solidFill>
                  <a:srgbClr val="083C63"/>
                </a:solidFill>
              </a:rPr>
              <a:t>X</a:t>
            </a:r>
            <a:endParaRPr lang="zh-TW" altLang="en-US" dirty="0">
              <a:solidFill>
                <a:srgbClr val="083C63"/>
              </a:solidFill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AB3FBD7A-8E7B-01A5-A06B-71548A7E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668" y="313930"/>
            <a:ext cx="4501001" cy="770259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一</a:t>
            </a:r>
            <a:r>
              <a:rPr lang="zh-TW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xxx</a:t>
            </a:r>
            <a:endParaRPr lang="zh-TW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5FB1F66-FCE6-4F3D-8E80-1CAF783BD1A3}"/>
              </a:ext>
            </a:extLst>
          </p:cNvPr>
          <p:cNvCxnSpPr>
            <a:cxnSpLocks/>
          </p:cNvCxnSpPr>
          <p:nvPr/>
        </p:nvCxnSpPr>
        <p:spPr>
          <a:xfrm rot="5400000">
            <a:off x="5741686" y="-4316893"/>
            <a:ext cx="0" cy="10332000"/>
          </a:xfrm>
          <a:prstGeom prst="line">
            <a:avLst/>
          </a:prstGeom>
          <a:ln w="28575">
            <a:solidFill>
              <a:srgbClr val="083C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27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2_Office 佈景主題">
  <a:themeElements>
    <a:clrScheme name="Foxconn2023">
      <a:dk1>
        <a:srgbClr val="000000"/>
      </a:dk1>
      <a:lt1>
        <a:srgbClr val="FFFFFF"/>
      </a:lt1>
      <a:dk2>
        <a:srgbClr val="4B4B4B"/>
      </a:dk2>
      <a:lt2>
        <a:srgbClr val="E7E6E6"/>
      </a:lt2>
      <a:accent1>
        <a:srgbClr val="FB0C24"/>
      </a:accent1>
      <a:accent2>
        <a:srgbClr val="3698E1"/>
      </a:accent2>
      <a:accent3>
        <a:srgbClr val="00ECFF"/>
      </a:accent3>
      <a:accent4>
        <a:srgbClr val="002A88"/>
      </a:accent4>
      <a:accent5>
        <a:srgbClr val="4472C4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鴻海集團簡報版型(海外地區)_2026_light mode" id="{260A4B3F-8F55-4B51-A142-E39C2B8E68DE}" vid="{1B6ED2A5-75C5-42C7-89B7-CD8F44C23D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4a0fd3-5ab2-4644-a33f-a088ed12cd6e">
      <UserInfo>
        <DisplayName>Miffy Wang (王鈴慧)</DisplayName>
        <AccountId>154</AccountId>
        <AccountType/>
      </UserInfo>
      <UserInfo>
        <DisplayName>Hans (TestWVD)</DisplayName>
        <AccountId>8125</AccountId>
        <AccountType/>
      </UserInfo>
      <UserInfo>
        <DisplayName>Mago Lin(林瑞芳)</DisplayName>
        <AccountId>826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1D48CF5C71C4B901469497BE97C95" ma:contentTypeVersion="6" ma:contentTypeDescription="Create a new document." ma:contentTypeScope="" ma:versionID="96b99486762059597dc29f6c66745e58">
  <xsd:schema xmlns:xsd="http://www.w3.org/2001/XMLSchema" xmlns:xs="http://www.w3.org/2001/XMLSchema" xmlns:p="http://schemas.microsoft.com/office/2006/metadata/properties" xmlns:ns2="8c574a9d-dc0a-44db-b9dd-00599ad78b7c" xmlns:ns3="734a0fd3-5ab2-4644-a33f-a088ed12cd6e" targetNamespace="http://schemas.microsoft.com/office/2006/metadata/properties" ma:root="true" ma:fieldsID="213c8db7c41208b185c321c03d4217c0" ns2:_="" ns3:_="">
    <xsd:import namespace="8c574a9d-dc0a-44db-b9dd-00599ad78b7c"/>
    <xsd:import namespace="734a0fd3-5ab2-4644-a33f-a088ed12cd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574a9d-dc0a-44db-b9dd-00599ad78b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0fd3-5ab2-4644-a33f-a088ed12cd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C0F7E1-9319-452E-8E07-45B1E0A0FBE0}">
  <ds:schemaRefs>
    <ds:schemaRef ds:uri="http://purl.org/dc/dcmitype/"/>
    <ds:schemaRef ds:uri="734a0fd3-5ab2-4644-a33f-a088ed12cd6e"/>
    <ds:schemaRef ds:uri="http://purl.org/dc/elements/1.1/"/>
    <ds:schemaRef ds:uri="8c574a9d-dc0a-44db-b9dd-00599ad78b7c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1AA1840-26A9-4EBE-82FD-3B9FDF7079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30EA8A-6558-4099-9001-B5EE08A092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574a9d-dc0a-44db-b9dd-00599ad78b7c"/>
    <ds:schemaRef ds:uri="734a0fd3-5ab2-4644-a33f-a088ed12c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1_Hon Hai Technology Group Presentation Template (Worldwide)_202601_light_ mode</Template>
  <TotalTime>204</TotalTime>
  <Words>23</Words>
  <Application>Microsoft Office PowerPoint</Application>
  <PresentationFormat>寬螢幕</PresentationFormat>
  <Paragraphs>8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1" baseType="lpstr">
      <vt:lpstr>Microsoft YaHei</vt:lpstr>
      <vt:lpstr>Microsoft JhengHei</vt:lpstr>
      <vt:lpstr>Microsoft JhengHei</vt:lpstr>
      <vt:lpstr>新細明體</vt:lpstr>
      <vt:lpstr>Arial</vt:lpstr>
      <vt:lpstr>Calibri</vt:lpstr>
      <vt:lpstr>Tahoma</vt:lpstr>
      <vt:lpstr>Wingdings</vt:lpstr>
      <vt:lpstr>2_Office 佈景主題</vt:lpstr>
      <vt:lpstr>PowerPoint 簡報</vt:lpstr>
      <vt:lpstr>一、xxx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龍天紅</dc:creator>
  <cp:lastModifiedBy>龍天紅</cp:lastModifiedBy>
  <cp:revision>8</cp:revision>
  <dcterms:created xsi:type="dcterms:W3CDTF">2026-03-28T02:35:04Z</dcterms:created>
  <dcterms:modified xsi:type="dcterms:W3CDTF">2026-08-05T08:41:54Z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ContentTypeId">
    <vt:lpwstr>0x010100C1B1D48CF5C71C4B901469497BE97C95</vt:lpwstr>
  </property>
  <property fmtid="{D5CDD505-2E9C-101B-9397-08002B2CF9AE}" pid="4" name="MediaServiceImageTags">
    <vt:lpwstr/>
  </property>
</Properties>
</file>